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289e280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289e280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289e280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289e280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c9ceaa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2c9ceaa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c9ceaa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2c9ceaa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28f3d103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28f3d103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289e280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289e280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28f3d10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28f3d10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28f3d103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28f3d103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28f3d103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28f3d103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28f3d103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28f3d103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2bbd5362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2bbd5362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89e280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289e280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289e280d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289e280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2bbd5362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2bbd5362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89e280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289e280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Öğrenci Bilgi Sistemi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Proje OBS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Final Sunum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Yazılım Mühendisliği - Mayıs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Ekip Üyeleri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006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latin typeface="Merriweather"/>
                <a:ea typeface="Merriweather"/>
                <a:cs typeface="Merriweather"/>
                <a:sym typeface="Merriweather"/>
              </a:rPr>
              <a:t>Backend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Z. Esat Saygın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Yaşar A. Yarayan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Tahir Allahverdiyev</a:t>
            </a:r>
            <a:endParaRPr sz="1400"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5159150" y="1567550"/>
            <a:ext cx="3006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latin typeface="Merriweather"/>
                <a:ea typeface="Merriweather"/>
                <a:cs typeface="Merriweather"/>
                <a:sym typeface="Merriweather"/>
              </a:rPr>
              <a:t>Frontend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Yakup Çaktu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Muhammed Şerbetçioğlu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Muhammed Barbin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424380" y="211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000"/>
              <a:t>Problem ve Çözüm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Problemler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41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Bu proje aslında birden çok probleme çözüm oluyor bu problemlerden başlıca olanlar şunlardır;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-Çok basit ve karmaşık arayüz. Öğrenciler ve akademisyenler kullanmakta zorluk çekiyor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-Mevcut sistemlerde çok eski teknolojiler kullanılıyor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-Yöneticiler bütün her şeyi tek bir yerde kullanmakta zorluk yaşıyor.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Bunlar birçok problemden sadece birkaçı…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Çözümlerimiz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Bizde kendimizce saydığımız başlıca problemler için basit ama önemli çözümler ürettik.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 -Biz çok daha kullanışlı ve modern bir arayüz tasarlayarak kullanınışlılığı arttırdık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     -Eski teknolojileri bir tarafa bırakarak daha güvenli ve yeni teknolojiler kullandık.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     -Özellikle yöneticilerin tek yerden her şeyi yönetebileceği bir sistem tasarladık.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Sistem Tasarımı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Kullanılan Teknolojiler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81138" y="2870200"/>
            <a:ext cx="1843800" cy="16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Backend altyapısı ve iş mantığı yönetimi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3506974" y="2888800"/>
            <a:ext cx="18039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RESTful API geliştirme ve veri iletişimi</a:t>
            </a:r>
            <a:endParaRPr/>
          </a:p>
        </p:txBody>
      </p:sp>
      <p:pic>
        <p:nvPicPr>
          <p:cNvPr id="172" name="Google Shape;172;p19" title="djan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550" y="1415529"/>
            <a:ext cx="788977" cy="78897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5848075" y="2870200"/>
            <a:ext cx="1879500" cy="16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Kullanıcı arayüzü ve frontend geliştirme</a:t>
            </a:r>
            <a:endParaRPr/>
          </a:p>
        </p:txBody>
      </p:sp>
      <p:pic>
        <p:nvPicPr>
          <p:cNvPr id="174" name="Google Shape;174;p19" title="reac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050" y="1325249"/>
            <a:ext cx="969550" cy="96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title="django_rest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2215" y="1263772"/>
            <a:ext cx="1613434" cy="10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121825" y="393750"/>
            <a:ext cx="3280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Üç Katmanlı Mimari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121825" y="1246375"/>
            <a:ext cx="3280500" cy="32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1. Sunum Katmanı</a:t>
            </a:r>
            <a:br>
              <a:rPr lang="tr"/>
            </a:br>
            <a:r>
              <a:rPr lang="tr"/>
              <a:t>• React SPA kullanıcı arayüzü</a:t>
            </a:r>
            <a:br>
              <a:rPr lang="tr"/>
            </a:br>
            <a:r>
              <a:rPr lang="tr"/>
              <a:t>• HTTP/JSON ile iletişim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2. Uygulama Katmanı </a:t>
            </a:r>
            <a:br>
              <a:rPr lang="tr"/>
            </a:br>
            <a:r>
              <a:rPr lang="tr"/>
              <a:t>• JWT ile kimlik doğrulama</a:t>
            </a:r>
            <a:br>
              <a:rPr lang="tr"/>
            </a:br>
            <a:r>
              <a:rPr lang="tr"/>
              <a:t>• ViewSets: API kontrolü </a:t>
            </a:r>
            <a:br>
              <a:rPr lang="tr"/>
            </a:br>
            <a:r>
              <a:rPr lang="tr"/>
              <a:t>• Services: İş mantığı</a:t>
            </a:r>
            <a:br>
              <a:rPr lang="tr"/>
            </a:br>
            <a:r>
              <a:rPr lang="tr"/>
              <a:t>• Serializers: Veri dönüşümü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3. Veri Katmanı </a:t>
            </a:r>
            <a:br>
              <a:rPr lang="tr"/>
            </a:br>
            <a:r>
              <a:rPr lang="tr"/>
              <a:t>• Django ORM veri erişimi </a:t>
            </a:r>
            <a:br>
              <a:rPr lang="tr"/>
            </a:br>
            <a:r>
              <a:rPr lang="tr"/>
              <a:t>• SQLite veritabanı </a:t>
            </a:r>
            <a:endParaRPr/>
          </a:p>
        </p:txBody>
      </p:sp>
      <p:pic>
        <p:nvPicPr>
          <p:cNvPr id="182" name="Google Shape;182;p20" title="katman_diy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0925" y="393750"/>
            <a:ext cx="3740500" cy="4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Neden Bu Mimari?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122725"/>
            <a:ext cx="7038900" cy="34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Sorumlulukların ayrılığı</a:t>
            </a:r>
            <a:br>
              <a:rPr lang="tr" sz="1400"/>
            </a:br>
            <a:r>
              <a:rPr lang="tr" sz="1400"/>
              <a:t>Katmanlar arası bağımlılık minimum</a:t>
            </a:r>
            <a:br>
              <a:rPr lang="t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Bakım yapılabilirlik</a:t>
            </a:r>
            <a:br>
              <a:rPr lang="tr" sz="1400"/>
            </a:br>
            <a:r>
              <a:rPr lang="tr" sz="1400"/>
              <a:t>Her katman bağımsız geliştirilebilir</a:t>
            </a:r>
            <a:br>
              <a:rPr lang="t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Ekip verimliliği</a:t>
            </a:r>
            <a:br>
              <a:rPr lang="tr" sz="1400"/>
            </a:br>
            <a:r>
              <a:rPr lang="tr" sz="1400"/>
              <a:t>Frontend ve backend paralel çalışabilir</a:t>
            </a:r>
            <a:br>
              <a:rPr lang="t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tr" sz="1400"/>
              <a:t>Ölçeklenebilirlik</a:t>
            </a:r>
            <a:br>
              <a:rPr lang="tr" sz="1400"/>
            </a:br>
            <a:r>
              <a:rPr lang="tr" sz="1400"/>
              <a:t>Katmanlar bağımsız deploy edilebilir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530925" y="2114700"/>
            <a:ext cx="360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 </a:t>
            </a:r>
            <a:endParaRPr/>
          </a:p>
        </p:txBody>
      </p:sp>
      <p:pic>
        <p:nvPicPr>
          <p:cNvPr id="194" name="Google Shape;194;p22" title="son_nesne_tasar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350" y="128700"/>
            <a:ext cx="5184723" cy="48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297500" y="3643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Tasarım Desenleri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1052550" y="1083350"/>
            <a:ext cx="7038900" cy="38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1400"/>
              <a:t>Facade Pattern — Service Layer</a:t>
            </a:r>
            <a:br>
              <a:rPr lang="tr" sz="1400"/>
            </a:br>
            <a:r>
              <a:rPr lang="tr" sz="1400"/>
              <a:t>İş mantığı View’lardan ayrıştırıldı</a:t>
            </a:r>
            <a:br>
              <a:rPr lang="tr" sz="1400"/>
            </a:br>
            <a:r>
              <a:rPr lang="tr" sz="1400"/>
              <a:t>Karmaşık işlemler basit arayüz arkasına alındı</a:t>
            </a:r>
            <a:br>
              <a:rPr lang="tr" sz="1400"/>
            </a:br>
            <a:r>
              <a:rPr lang="tr" sz="1400"/>
              <a:t>→ Kod tekrarı önlendi, test edilebilirlik arttı</a:t>
            </a:r>
            <a:endParaRPr sz="1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1400"/>
              <a:t>Proxy Pattern — Django ORM</a:t>
            </a:r>
            <a:br>
              <a:rPr lang="tr" sz="1400"/>
            </a:br>
            <a:r>
              <a:rPr lang="tr" sz="1400"/>
              <a:t>Veritabanı erişimi ORM katmanı üzerinden</a:t>
            </a:r>
            <a:br>
              <a:rPr lang="tr" sz="1400"/>
            </a:br>
            <a:r>
              <a:rPr lang="tr" sz="1400"/>
              <a:t>Ham SQL kullanılmadı</a:t>
            </a:r>
            <a:br>
              <a:rPr lang="tr" sz="1400"/>
            </a:br>
            <a:r>
              <a:rPr lang="tr" sz="1400"/>
              <a:t>→ Veritabanı bağımsızlığı sağlandı</a:t>
            </a:r>
            <a:endParaRPr sz="1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1400"/>
              <a:t>Singleton Pattern — Global Konfigürasyon</a:t>
            </a:r>
            <a:br>
              <a:rPr lang="tr" sz="1400"/>
            </a:br>
            <a:r>
              <a:rPr lang="tr" sz="1400"/>
              <a:t>Django settings.py ve React Axios client</a:t>
            </a:r>
            <a:br>
              <a:rPr lang="tr" sz="1400"/>
            </a:br>
            <a:r>
              <a:rPr lang="tr" sz="1400"/>
              <a:t>Uygulama boyunca tek instance</a:t>
            </a:r>
            <a:br>
              <a:rPr lang="tr" sz="1400"/>
            </a:br>
            <a:r>
              <a:rPr lang="tr" sz="1400"/>
              <a:t>→ Tutarlı konfigürasyon, merkezi yönetim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400"/>
              <a:t>Canlı Demo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Karşılaşılan Zorluklar ve Çözümler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89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tr" sz="6950"/>
              <a:t>Standartlar ve Tecrübesizlik:</a:t>
            </a:r>
            <a:r>
              <a:rPr lang="tr" sz="6950"/>
              <a:t> Sadece çalışan değil; temiz, REST API ve dosya yapısı standartlarına uygun, 3 katmanlı bir mimari kurma zorluğu.</a:t>
            </a:r>
            <a:endParaRPr sz="6950"/>
          </a:p>
          <a:p>
            <a:pPr indent="-3389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tr" sz="6950"/>
              <a:t>Gel</a:t>
            </a:r>
            <a:r>
              <a:rPr b="1" lang="tr" sz="6950"/>
              <a:t>iştirme Çıkmazları:</a:t>
            </a:r>
            <a:r>
              <a:rPr lang="tr" sz="6950"/>
              <a:t> Yazılımda tek bir doğrunun olmaması; alınan her kararın sistemi etkilemesi ve kod yazarken sürekli hesaba katılmayan yeni ihtiyaçların doğması.</a:t>
            </a:r>
            <a:endParaRPr sz="6950"/>
          </a:p>
          <a:p>
            <a:pPr indent="-3389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tr" sz="6950"/>
              <a:t>Ekip Yönetimi ve Çakışmalar:</a:t>
            </a:r>
            <a:r>
              <a:rPr lang="tr" sz="6950"/>
              <a:t> Ortak projede kodların birbirini ezmesini engelleme ve herkesin odağını koruyarak verimliliği artırma baskısı.</a:t>
            </a:r>
            <a:endParaRPr sz="6950"/>
          </a:p>
          <a:p>
            <a:pPr indent="-33893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tr" sz="6950"/>
              <a:t>Kapsam İkilemleri:</a:t>
            </a:r>
            <a:r>
              <a:rPr lang="tr" sz="6950"/>
              <a:t> Gereksinimlerin dışına çıkıp çıkmama kararsızlığı.</a:t>
            </a:r>
            <a:endParaRPr sz="69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Hedeflerimizden Neleri Gerçekleştirdik?</a:t>
            </a:r>
            <a:endParaRPr/>
          </a:p>
        </p:txBody>
      </p:sp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JWT tabanlı kimlik doğrulama sistemi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Rol bazlı yetkilendirme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Her rol için ayrı kullanıcı panelleri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REST API ve servis katmanı mimarisi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Çoklu dil desteği ve karanlık tema seçeneği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PDF transkript indirme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CI pipeline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Projeyi Geliştirseydik Ne Eklerdik?</a:t>
            </a:r>
            <a:endParaRPr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Rate limiting ve gelişmiş JWT güvenliği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E-posta bildirim sistemi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Duyurular sekmesi ve ders programı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tr" sz="1600"/>
              <a:t>Danışman hoca sistemi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Teşekkürler.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